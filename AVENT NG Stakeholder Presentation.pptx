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651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3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22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3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48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024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1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51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9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4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28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36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38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954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098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8008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74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2130431"/>
            <a:ext cx="5308866" cy="1515533"/>
          </a:xfrm>
        </p:spPr>
        <p:txBody>
          <a:bodyPr/>
          <a:lstStyle/>
          <a:p>
            <a:r>
              <a:rPr dirty="0"/>
              <a:t>AVENT NG Sales Analysis Dashboard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969802"/>
            <a:ext cx="5308866" cy="1377651"/>
          </a:xfrm>
        </p:spPr>
        <p:txBody>
          <a:bodyPr/>
          <a:lstStyle/>
          <a:p>
            <a:r>
              <a:rPr dirty="0"/>
              <a:t>Stakeholder Presentation</a:t>
            </a:r>
          </a:p>
          <a:p>
            <a:r>
              <a:rPr dirty="0"/>
              <a:t>Prepared by: </a:t>
            </a:r>
            <a:r>
              <a:rPr lang="en-US" dirty="0"/>
              <a:t>Olalekan Ola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sales performance across products, countries, channels, and time periods to support data-driven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$13.33B</a:t>
            </a:r>
          </a:p>
          <a:p>
            <a:r>
              <a:t>Profit: $3.95B</a:t>
            </a:r>
          </a:p>
          <a:p>
            <a:r>
              <a:t>Orders: 10,000</a:t>
            </a:r>
          </a:p>
          <a:p>
            <a:r>
              <a:t>Units Sold: 50,028,559</a:t>
            </a:r>
          </a:p>
          <a:p>
            <a:r>
              <a:t>Profit Margin: 29.63%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Revenue &amp; Profit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Household</a:t>
            </a:r>
          </a:p>
          <a:p>
            <a:r>
              <a:t>2. Office Supplies</a:t>
            </a:r>
          </a:p>
          <a:p>
            <a:r>
              <a:t>3. Cosmetics</a:t>
            </a:r>
          </a:p>
          <a:p>
            <a:r>
              <a:t>4. Meat</a:t>
            </a:r>
          </a:p>
          <a:p>
            <a:r>
              <a:t>5. Baby Food</a:t>
            </a:r>
          </a:p>
          <a:p>
            <a:endParaRPr/>
          </a:p>
          <a:p>
            <a:r>
              <a:t>Household is the strongest contributor.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Top Revenue-Contributing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Kiribati, Qatar, Grenada, Taiwan, and Malawi are the leading markets.</a:t>
            </a:r>
          </a:p>
          <a:p>
            <a:r>
              <a:t>Kiribati generated the highest profit.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Steady growth from 2010–2015.</a:t>
            </a:r>
          </a:p>
          <a:p>
            <a:r>
              <a:t>Peak performance around 2015.</a:t>
            </a:r>
          </a:p>
          <a:p>
            <a:r>
              <a:t>Decline observed in 2016 and significant drop in 2017.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Channel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Online: 50%</a:t>
            </a:r>
          </a:p>
          <a:p>
            <a:r>
              <a:t>Offline: 50%</a:t>
            </a:r>
          </a:p>
          <a:p>
            <a:endParaRPr/>
          </a:p>
          <a:p>
            <a:r>
              <a:t>Balanced channel distribution indicates diversified sales strategy.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Volume by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order-volume countries:</a:t>
            </a:r>
          </a:p>
          <a:p>
            <a:r>
              <a:t>Canada (67)</a:t>
            </a:r>
          </a:p>
          <a:p>
            <a:r>
              <a:t>United States (58)</a:t>
            </a:r>
          </a:p>
          <a:p>
            <a:r>
              <a:t>Russia (57)</a:t>
            </a:r>
          </a:p>
          <a:p>
            <a:r>
              <a:t>China (54)</a:t>
            </a:r>
          </a:p>
          <a:p>
            <a:r>
              <a:t>Australia (51)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investment in top products.</a:t>
            </a:r>
          </a:p>
          <a:p>
            <a:r>
              <a:t>Investigate post-2015 decline.</a:t>
            </a:r>
          </a:p>
          <a:p>
            <a:r>
              <a:t>Strengthen profitable markets.</a:t>
            </a:r>
          </a:p>
          <a:p>
            <a:r>
              <a:t>Optimize inventory.</a:t>
            </a:r>
          </a:p>
          <a:p>
            <a:r>
              <a:t>Enhance channel profitability.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product performance, country profitability, and trend recovery to sustain long-term growth.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223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AVENT NG Sales Analysis Dashboard Report</vt:lpstr>
      <vt:lpstr>Executive Summary</vt:lpstr>
      <vt:lpstr>Key KPI Highlights</vt:lpstr>
      <vt:lpstr>Top Revenue &amp; Profit Products</vt:lpstr>
      <vt:lpstr>Top Revenue-Contributing Countries</vt:lpstr>
      <vt:lpstr>Sales Trend Analysis</vt:lpstr>
      <vt:lpstr>Sales Channel Performance</vt:lpstr>
      <vt:lpstr>Order Volume by Country</vt:lpstr>
      <vt:lpstr>Strategic Recommendations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AVENT NG Sales Analysis Dashboard Report</dc:title>
  <dc:subject/>
  <dc:creator>HP</dc:creator>
  <cp:keywords/>
  <dc:description>generated using python-pptx</dc:description>
  <cp:lastModifiedBy>Olalekan Ola</cp:lastModifiedBy>
  <cp:revision>2</cp:revision>
  <dcterms:created xsi:type="dcterms:W3CDTF">2013-01-27T09:14:16Z</dcterms:created>
  <dcterms:modified xsi:type="dcterms:W3CDTF">2026-08-19T15:48:13Z</dcterms:modified>
  <cp:category/>
</cp:coreProperties>
</file>